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EC998-E399-3903-5EA1-9D12987C6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55D87F-C773-D212-C907-AE506E1B2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E17A9C-BE5F-FE1A-63AC-40CD278C2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164639-F13A-DD09-35C4-B5508579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33721A-9471-2735-52AF-E0DCD286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31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61F96-4406-E603-43D9-B813101C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FBA3F-FBCF-C33D-440A-7C7A4B48C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20799F-37BA-ED01-63B9-A36BA8A2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889B71-D869-F506-B160-01FED317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F408BD-1EA5-D615-03E7-9E03C6E4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664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C61BD-E88C-65A5-27A3-A1DB24B37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56E609-897C-F1F0-9734-DA0D431A6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4B0A8B-0622-3EEC-279D-09FF94A4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B67BC3-E6AE-822D-5AF4-80FD38B4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4553F7-C3C5-00C5-1E30-AA8D52B96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933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76C2D-2716-9397-73D0-2A3CAAC3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24771-C5CB-E197-E05C-369CE2E49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E95AAD-7DDA-467F-5A4B-E4E0BE69C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A26FCE-E9B2-C80D-C6BB-1B97C9965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0D1D16-B2F3-ADFA-5D88-588A45AB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F61DBE-CBDD-44A5-8DF6-7330E90A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243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E4D9C-56ED-424F-7DD9-0F022B91E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7697E4-9963-F887-F2A2-4A9510043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A49588-AC88-B986-7B60-39E859D24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95EA46-4B58-2ED5-E904-3943134C0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EB70BA-A22E-39A3-F853-FF4851F83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255711-EB07-2344-87B8-3C17905AE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6EDE474-3131-EC8C-4E12-02B9B63D6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869F53-F819-1CFA-0997-28BB6EFB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20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1AED5-AE20-B485-CD80-B9F5839F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F31551-F970-1BF6-1FB5-42627BEB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666CF9-3719-CE35-810D-8F1C5957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92A9D9-E2A3-4835-7961-E83D613D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070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54A871-0A73-49D8-F74B-7676017F4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BE96EE-105A-BF5F-0725-F3D2D0586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F9BC34-D51F-E7A7-B845-8D8464B9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5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A9AA4-B0F2-254A-DAB9-16E064084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C02FE4-2851-7822-8BE0-1115222D0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26F9CA-E028-516B-25B0-EF48A888B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A137D4-23D8-30BC-CB58-611EBC30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6BF97B-C6FB-E975-7BCC-6C36DA85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5B8E02-E06C-B4DF-38E4-32CFE1CF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12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DE97A-748E-210D-922B-4875AD071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B0CFD5-15FA-B50D-07D6-E133D82C0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8AAF49-9445-D29D-A088-C55729904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30F472-F636-B1EE-E3BA-C343305A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90E40A-E306-CFE0-012D-84C1C681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45AE4-63C6-E3D4-134C-5DA8CD9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56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DCBFF-1B7A-9631-844D-520BB876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9F56FA-F9BF-F678-7B35-1C12F2FF1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6CC61D-2074-940F-A037-78E03D8B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4D9BF-B412-D4DE-2B32-1538B7B7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C044D6-0B6F-FD2C-FB4E-0831FF31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8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348FE6-A7FA-A7C0-5E29-7A9854AAC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D9078E-8CE7-EEF7-89FE-0565CF883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71DBA6-608E-5EBD-A1F1-D3D7960D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33A620-390E-E56D-8AF9-D9FD420D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DA6650-F1B7-FDE6-74FD-7C3B9B66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16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FCF8CA-F972-16A3-1053-ECED495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8C52B0-66EB-6B78-7761-F8BC4A3C3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ADB6D2-403E-A4C1-B8C2-56C485E96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295C0-A7ED-4981-BDF3-50DDEF888CA2}" type="datetimeFigureOut">
              <a:rPr lang="ko-KR" altLang="en-US" smtClean="0"/>
              <a:t>2025-09-20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79967B-95DB-2C16-908F-D9306B028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2E2310-6CEE-F1CC-B310-29655A0EA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DAC13-70FD-4435-977A-2F3A22A7A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528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C87B58-8E3C-22D2-7348-D3A6685D5435}"/>
              </a:ext>
            </a:extLst>
          </p:cNvPr>
          <p:cNvSpPr txBox="1"/>
          <p:nvPr/>
        </p:nvSpPr>
        <p:spPr>
          <a:xfrm>
            <a:off x="3915370" y="1676400"/>
            <a:ext cx="436125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dirty="0"/>
              <a:t>OOTP </a:t>
            </a:r>
            <a:r>
              <a:rPr lang="ko-KR" altLang="en-US" sz="3500" dirty="0"/>
              <a:t>분석 프로그램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83F4E0-701D-0D86-F214-7B423B97C8BE}"/>
              </a:ext>
            </a:extLst>
          </p:cNvPr>
          <p:cNvSpPr/>
          <p:nvPr/>
        </p:nvSpPr>
        <p:spPr>
          <a:xfrm>
            <a:off x="4370294" y="3320354"/>
            <a:ext cx="3451412" cy="7395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지금 저장된 데이터 확인하기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217A0F-B295-6C59-78A2-A35BE312C4CB}"/>
              </a:ext>
            </a:extLst>
          </p:cNvPr>
          <p:cNvSpPr/>
          <p:nvPr/>
        </p:nvSpPr>
        <p:spPr>
          <a:xfrm>
            <a:off x="4370294" y="4442012"/>
            <a:ext cx="3451412" cy="7395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새로운 데이터 저장하기</a:t>
            </a:r>
          </a:p>
        </p:txBody>
      </p:sp>
    </p:spTree>
    <p:extLst>
      <p:ext uri="{BB962C8B-B14F-4D97-AF65-F5344CB8AC3E}">
        <p14:creationId xmlns:p14="http://schemas.microsoft.com/office/powerpoint/2010/main" val="344123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AFBAAE-1C5F-0DED-A54B-F4EC4E8A6706}"/>
              </a:ext>
            </a:extLst>
          </p:cNvPr>
          <p:cNvSpPr txBox="1"/>
          <p:nvPr/>
        </p:nvSpPr>
        <p:spPr>
          <a:xfrm>
            <a:off x="588460" y="231511"/>
            <a:ext cx="4967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성적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이번 시즌 </a:t>
            </a:r>
            <a:r>
              <a:rPr lang="en-US" altLang="ko-KR" dirty="0"/>
              <a:t>: 00</a:t>
            </a:r>
            <a:r>
              <a:rPr lang="ko-KR" altLang="en-US" dirty="0"/>
              <a:t>승 </a:t>
            </a:r>
            <a:r>
              <a:rPr lang="en-US" altLang="ko-KR" dirty="0"/>
              <a:t>0</a:t>
            </a:r>
            <a:r>
              <a:rPr lang="ko-KR" altLang="en-US" dirty="0"/>
              <a:t>패 </a:t>
            </a:r>
            <a:r>
              <a:rPr lang="en-US" altLang="ko-KR" dirty="0"/>
              <a:t>0</a:t>
            </a:r>
            <a:r>
              <a:rPr lang="ko-KR" altLang="en-US" dirty="0"/>
              <a:t>무</a:t>
            </a:r>
            <a:endParaRPr lang="en-US" altLang="ko-KR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이번달</a:t>
            </a:r>
            <a:r>
              <a:rPr lang="ko-KR" altLang="en-US" dirty="0"/>
              <a:t>    </a:t>
            </a:r>
            <a:r>
              <a:rPr lang="en-US" altLang="ko-KR" dirty="0"/>
              <a:t> : 00</a:t>
            </a:r>
            <a:r>
              <a:rPr lang="ko-KR" altLang="en-US" dirty="0"/>
              <a:t>승 </a:t>
            </a:r>
            <a:r>
              <a:rPr lang="en-US" altLang="ko-KR" dirty="0"/>
              <a:t>0</a:t>
            </a:r>
            <a:r>
              <a:rPr lang="ko-KR" altLang="en-US" dirty="0"/>
              <a:t>패 </a:t>
            </a:r>
            <a:r>
              <a:rPr lang="en-US" altLang="ko-KR" dirty="0"/>
              <a:t>0</a:t>
            </a:r>
            <a:r>
              <a:rPr lang="ko-KR" altLang="en-US" dirty="0"/>
              <a:t>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7CE8B-5E06-5AE4-196A-5D8EC0839115}"/>
              </a:ext>
            </a:extLst>
          </p:cNvPr>
          <p:cNvSpPr txBox="1"/>
          <p:nvPr/>
        </p:nvSpPr>
        <p:spPr>
          <a:xfrm>
            <a:off x="4457334" y="23151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선수 조회하기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54127-DD1C-A054-ED5D-75DBBD894667}"/>
              </a:ext>
            </a:extLst>
          </p:cNvPr>
          <p:cNvSpPr txBox="1"/>
          <p:nvPr/>
        </p:nvSpPr>
        <p:spPr>
          <a:xfrm>
            <a:off x="6096000" y="231511"/>
            <a:ext cx="2625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선수이름 </a:t>
            </a:r>
            <a:r>
              <a:rPr lang="ko-KR" altLang="en-US" dirty="0" err="1"/>
              <a:t>입력창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660FD3F-DD71-8E82-DC74-80F6BB6BA195}"/>
              </a:ext>
            </a:extLst>
          </p:cNvPr>
          <p:cNvSpPr/>
          <p:nvPr/>
        </p:nvSpPr>
        <p:spPr>
          <a:xfrm>
            <a:off x="588459" y="2079811"/>
            <a:ext cx="11486999" cy="45466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8410DD-AD6A-8E75-4A9F-23E7351A0CE5}"/>
              </a:ext>
            </a:extLst>
          </p:cNvPr>
          <p:cNvSpPr txBox="1"/>
          <p:nvPr/>
        </p:nvSpPr>
        <p:spPr>
          <a:xfrm>
            <a:off x="4998584" y="1568858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한화이글스</a:t>
            </a:r>
            <a:r>
              <a:rPr lang="ko-KR" altLang="en-US" dirty="0"/>
              <a:t> 선수단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325938-35BD-0A5F-751E-9275B71D2FF3}"/>
              </a:ext>
            </a:extLst>
          </p:cNvPr>
          <p:cNvSpPr txBox="1"/>
          <p:nvPr/>
        </p:nvSpPr>
        <p:spPr>
          <a:xfrm>
            <a:off x="588459" y="2226631"/>
            <a:ext cx="1142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순번 이름 포지션 팀 나이 투</a:t>
            </a:r>
            <a:r>
              <a:rPr lang="en-US" altLang="ko-KR" sz="1600" dirty="0"/>
              <a:t>/</a:t>
            </a:r>
            <a:r>
              <a:rPr lang="ko-KR" altLang="en-US" sz="1600" dirty="0"/>
              <a:t>타 성실도 지능 리더십</a:t>
            </a:r>
            <a:r>
              <a:rPr lang="en-US" altLang="ko-KR" sz="1600" dirty="0"/>
              <a:t> </a:t>
            </a:r>
            <a:r>
              <a:rPr lang="ko-KR" altLang="en-US" sz="1600" dirty="0"/>
              <a:t>충성심 우승  욕심  부상여부  부상</a:t>
            </a:r>
            <a:r>
              <a:rPr lang="en-US" altLang="ko-KR" sz="1600" dirty="0"/>
              <a:t>     </a:t>
            </a:r>
            <a:r>
              <a:rPr lang="ko-KR" altLang="en-US" sz="1600" dirty="0"/>
              <a:t>경기감각  종합  역할      기대치</a:t>
            </a:r>
            <a:endParaRPr lang="en-US" altLang="ko-KR" sz="1600" dirty="0"/>
          </a:p>
          <a:p>
            <a:r>
              <a:rPr lang="en-US" altLang="ko-KR" sz="1600" dirty="0"/>
              <a:t>                                                                             </a:t>
            </a:r>
            <a:r>
              <a:rPr lang="ko-KR" altLang="en-US" sz="1600" dirty="0"/>
              <a:t>열망                     가능성      저하     사기  만족도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A43D82-D13C-145C-28F6-267AFF1CDE0D}"/>
              </a:ext>
            </a:extLst>
          </p:cNvPr>
          <p:cNvSpPr/>
          <p:nvPr/>
        </p:nvSpPr>
        <p:spPr>
          <a:xfrm>
            <a:off x="9628094" y="212011"/>
            <a:ext cx="2447364" cy="6275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트레이딩 블록 확인</a:t>
            </a:r>
          </a:p>
        </p:txBody>
      </p:sp>
    </p:spTree>
    <p:extLst>
      <p:ext uri="{BB962C8B-B14F-4D97-AF65-F5344CB8AC3E}">
        <p14:creationId xmlns:p14="http://schemas.microsoft.com/office/powerpoint/2010/main" val="112292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67F55CE-BC1F-1C2C-A38F-95B87D01A913}"/>
              </a:ext>
            </a:extLst>
          </p:cNvPr>
          <p:cNvSpPr/>
          <p:nvPr/>
        </p:nvSpPr>
        <p:spPr>
          <a:xfrm>
            <a:off x="507776" y="1828799"/>
            <a:ext cx="11486999" cy="45466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BDA78-6A55-47CC-A825-EF4190AE74AA}"/>
              </a:ext>
            </a:extLst>
          </p:cNvPr>
          <p:cNvSpPr txBox="1"/>
          <p:nvPr/>
        </p:nvSpPr>
        <p:spPr>
          <a:xfrm>
            <a:off x="5392586" y="12013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트레이딩 블록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A96B9-5C35-CB5E-1ABD-9ACDD782D4A7}"/>
              </a:ext>
            </a:extLst>
          </p:cNvPr>
          <p:cNvSpPr txBox="1"/>
          <p:nvPr/>
        </p:nvSpPr>
        <p:spPr>
          <a:xfrm>
            <a:off x="507776" y="1975619"/>
            <a:ext cx="11421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순번 이름 포지션 팀 나이 투</a:t>
            </a:r>
            <a:r>
              <a:rPr lang="en-US" altLang="ko-KR" sz="1600" dirty="0"/>
              <a:t>/</a:t>
            </a:r>
            <a:r>
              <a:rPr lang="ko-KR" altLang="en-US" sz="1600" dirty="0"/>
              <a:t>타 성실도 지능 리더십</a:t>
            </a:r>
            <a:r>
              <a:rPr lang="en-US" altLang="ko-KR" sz="1600" dirty="0"/>
              <a:t> </a:t>
            </a:r>
            <a:r>
              <a:rPr lang="ko-KR" altLang="en-US" sz="1600" dirty="0"/>
              <a:t>충성심 우승  욕심  부상여부  부상</a:t>
            </a:r>
            <a:r>
              <a:rPr lang="en-US" altLang="ko-KR" sz="1600" dirty="0"/>
              <a:t>     </a:t>
            </a:r>
            <a:r>
              <a:rPr lang="ko-KR" altLang="en-US" sz="1600" dirty="0"/>
              <a:t>경기감각  종합  역할      기대치</a:t>
            </a:r>
            <a:endParaRPr lang="en-US" altLang="ko-KR" sz="1600" dirty="0"/>
          </a:p>
          <a:p>
            <a:r>
              <a:rPr lang="en-US" altLang="ko-KR" sz="1600" dirty="0"/>
              <a:t>                                                                             </a:t>
            </a:r>
            <a:r>
              <a:rPr lang="ko-KR" altLang="en-US" sz="1600" dirty="0"/>
              <a:t>열망                     가능성      저하     사기  만족도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0EEE7D-63A6-C7DD-D884-E0402BF473AF}"/>
              </a:ext>
            </a:extLst>
          </p:cNvPr>
          <p:cNvSpPr/>
          <p:nvPr/>
        </p:nvSpPr>
        <p:spPr>
          <a:xfrm>
            <a:off x="349623" y="168759"/>
            <a:ext cx="2447364" cy="6275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메인화면으로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돌아가기</a:t>
            </a:r>
          </a:p>
        </p:txBody>
      </p:sp>
    </p:spTree>
    <p:extLst>
      <p:ext uri="{BB962C8B-B14F-4D97-AF65-F5344CB8AC3E}">
        <p14:creationId xmlns:p14="http://schemas.microsoft.com/office/powerpoint/2010/main" val="352716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95</Words>
  <Application>Microsoft Office PowerPoint</Application>
  <PresentationFormat>와이드스크린</PresentationFormat>
  <Paragraphs>17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성현 박</dc:creator>
  <cp:lastModifiedBy>성현 박</cp:lastModifiedBy>
  <cp:revision>2</cp:revision>
  <dcterms:created xsi:type="dcterms:W3CDTF">2025-09-19T14:48:50Z</dcterms:created>
  <dcterms:modified xsi:type="dcterms:W3CDTF">2025-09-20T08:59:15Z</dcterms:modified>
</cp:coreProperties>
</file>